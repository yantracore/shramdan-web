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png"/><Relationship Id="rId3" Type="http://schemas.openxmlformats.org/officeDocument/2006/relationships/image" Target="../media/image-4-1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hero-shramdaan-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3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5F1B"/>
          </a:solidFill>
          <a:ln w="12700">
            <a:solidFill>
              <a:srgbClr val="E75F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E75F1B">
              <a:alpha val="0"/>
            </a:srgbClr>
          </a:solidFill>
          <a:ln w="25400">
            <a:solidFill>
              <a:srgbClr val="E75F1B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5F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01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 Is Becoming an Action Platform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समस्या देख्ने मात्र होइन, समाधानतर्फ लैजाने प्रणाली।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SHRAMDAN moves from public listings into a system for coordination, decisions, and real community action.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E75F1B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→ Discuss → Act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hero-shramdaan-b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E75F1B"/>
          </a:solidFill>
          <a:ln w="12700">
            <a:solidFill>
              <a:srgbClr val="E75F1B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homepage\core-idea\ev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2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B5C"/>
          </a:solidFill>
          <a:ln w="12700">
            <a:solidFill>
              <a:srgbClr val="176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176B5C">
              <a:alpha val="0"/>
            </a:srgbClr>
          </a:solidFill>
          <a:ln w="25400">
            <a:solidFill>
              <a:srgbClr val="176B5C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 + Issues Become the Core Discovery Layer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खोज, फिल्टर, स्थान, श्रेणी — सबै एउटै अनुभवमा।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filters, category, location, and event/issue switching become the front door to civic work.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176B5C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what needs action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homepage\core-idea\even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176B5C"/>
          </a:solidFill>
          <a:ln w="12700">
            <a:solidFill>
              <a:srgbClr val="176B5C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homepage\core-idea\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2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3B04D"/>
          </a:solidFill>
          <a:ln w="12700">
            <a:solidFill>
              <a:srgbClr val="F3B0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F3B04D">
              <a:alpha val="0"/>
            </a:srgbClr>
          </a:solidFill>
          <a:ln w="25400">
            <a:solidFill>
              <a:srgbClr val="F3B04D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B0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03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Through Transparent Funding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योगदान कहाँ जान्छ, सबै सदस्यले स्पष्ट देख्ने।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needs, operating costs, contributors, and usage become visible so SHRAMDAN can sustain itself with trust.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F3B04D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by default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homepage\core-idea\resul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F3B04D"/>
          </a:solidFill>
          <a:ln w="12700">
            <a:solidFill>
              <a:srgbClr val="F3B04D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forms\join-contributors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2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5F1B"/>
          </a:solidFill>
          <a:ln w="12700">
            <a:solidFill>
              <a:srgbClr val="E75F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E75F1B">
              <a:alpha val="0"/>
            </a:srgbClr>
          </a:solidFill>
          <a:ln w="25400">
            <a:solidFill>
              <a:srgbClr val="E75F1B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5F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04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Shramesh: The 24x7 Digital Helper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सहयोग, सुझाव, बैठक, समन्वय — एउटै साथी।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Shramesh becomes SHRAMDAN's friendly digital staff: helping members coordinate, learn, organize, and eventually connect through LLM/RAG and WhatsApp.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E75F1B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coordination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forms\join-contributors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E75F1B"/>
          </a:solidFill>
          <a:ln w="12700">
            <a:solidFill>
              <a:srgbClr val="E75F1B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homepage\core-idea\vo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2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B5C"/>
          </a:solidFill>
          <a:ln w="12700">
            <a:solidFill>
              <a:srgbClr val="176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176B5C">
              <a:alpha val="0"/>
            </a:srgbClr>
          </a:solidFill>
          <a:ln w="25400">
            <a:solidFill>
              <a:srgbClr val="176B5C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05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Development Becomes a Community Forum</a:t>
            </a:r>
            <a:endParaRPr lang="en-US" sz="31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एप पनि श्रमदानकै मुद्दा हो — छलफल, मतदान, अनुमोदन, कार्यान्वयन।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SHRAMDAN follows the same civic model: discuss current issues and upcoming features, vote on priorities, approve implementation, and track progress.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176B5C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→ Vote → Approve → Build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homepage\core-idea\vo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176B5C"/>
          </a:solidFill>
          <a:ln w="12700">
            <a:solidFill>
              <a:srgbClr val="176B5C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श्रमदान\Desktop\Shramdan\apps\shramdan-web\public\images\homepage\core-idea\li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20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38">
              <a:alpha val="26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>
              <a:alpha val="95000"/>
            </a:srgbClr>
          </a:solidFill>
          <a:ln w="12700">
            <a:solidFill>
              <a:srgbClr val="F8F4E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5F1B"/>
          </a:solidFill>
          <a:ln w="12700">
            <a:solidFill>
              <a:srgbClr val="E75F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">
            <a:off x="9784080" y="-1005840"/>
            <a:ext cx="3840480" cy="3840480"/>
          </a:xfrm>
          <a:prstGeom prst="arc">
            <a:avLst/>
          </a:prstGeom>
          <a:solidFill>
            <a:srgbClr val="E75F1B">
              <a:alpha val="0"/>
            </a:srgbClr>
          </a:solidFill>
          <a:ln w="25400">
            <a:solidFill>
              <a:srgbClr val="E75F1B">
                <a:alpha val="65000"/>
              </a:srgbClr>
            </a:solidFill>
            <a:prstDash val="solid"/>
          </a:ln>
        </p:spPr>
      </p:sp>
      <p:pic>
        <p:nvPicPr>
          <p:cNvPr id="8" name="Image 1" descr="C:\Users\श्रमदान\Desktop\Shramdan\apps\shramdan-web\public\image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474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SHRAMDAN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27664" y="3108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987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5F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DIRECTION 06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" y="1371600"/>
            <a:ext cx="5440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Stats + System Pages Make SHRAMDAN Operable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68096" y="2999232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3F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मञ्च अब देखिने, मापन हुने, सुधारिने प्रणाली बन्छ।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096" y="361188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stats, UI components, discussions, and operational pages turn SHRAMDAN into a measurable, improvable, publicly understandable system.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" y="4983480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FFFDF7"/>
          </a:solidFill>
          <a:ln w="15240">
            <a:solidFill>
              <a:srgbClr val="E75F1B">
                <a:alpha val="5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7552" y="5148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3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Visible. Measured. Improved.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960120"/>
            <a:ext cx="4828032" cy="51389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6352F">
                <a:alpha val="20000"/>
              </a:srgbClr>
            </a:outerShdw>
          </a:effectLst>
        </p:spPr>
      </p:sp>
      <p:pic>
        <p:nvPicPr>
          <p:cNvPr id="18" name="Image 2" descr="C:\Users\श्रमदान\Desktop\Shramdan\apps\shramdan-web\public\images\homepage\core-idea\list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4848" y="1170432"/>
            <a:ext cx="4425696" cy="39136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84848" y="4718304"/>
            <a:ext cx="4425696" cy="365760"/>
          </a:xfrm>
          <a:prstGeom prst="rect">
            <a:avLst/>
          </a:prstGeom>
          <a:solidFill>
            <a:srgbClr val="0F3F38">
              <a:alpha val="80000"/>
            </a:srgbClr>
          </a:solidFill>
          <a:ln w="12700">
            <a:solidFill>
              <a:srgbClr val="0F3F38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77456" y="5266944"/>
            <a:ext cx="3822192" cy="475488"/>
          </a:xfrm>
          <a:prstGeom prst="roundRect">
            <a:avLst>
              <a:gd name="adj" fmla="val 15385"/>
            </a:avLst>
          </a:prstGeom>
          <a:solidFill>
            <a:srgbClr val="E75F1B"/>
          </a:solidFill>
          <a:ln w="12700">
            <a:solidFill>
              <a:srgbClr val="E75F1B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88352" y="5404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direction changes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SHRAMDAN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SHRAMDAN Core Direction Change</dc:title>
  <dc:subject>Core direction change notes</dc:subject>
  <dc:creator>SHRAMDAN</dc:creator>
  <cp:lastModifiedBy>SHRAMDAN</cp:lastModifiedBy>
  <cp:revision>1</cp:revision>
  <dcterms:created xsi:type="dcterms:W3CDTF">2026-06-09T05:26:08Z</dcterms:created>
  <dcterms:modified xsi:type="dcterms:W3CDTF">2026-06-09T05:26:08Z</dcterms:modified>
</cp:coreProperties>
</file>